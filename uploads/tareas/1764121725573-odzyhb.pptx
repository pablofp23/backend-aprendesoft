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87"/>
  </p:normalViewPr>
  <p:slideViewPr>
    <p:cSldViewPr>
      <p:cViewPr varScale="1">
        <p:scale>
          <a:sx n="43" d="100"/>
          <a:sy n="43" d="100"/>
        </p:scale>
        <p:origin x="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AA5B2-021F-4620-A7F2-C0694230D03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5B8EE-8883-4B50-A0D8-52FB08C395B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56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75B8EE-8883-4B50-A0D8-52FB08C395BC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37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9854" y="1845398"/>
            <a:ext cx="13948290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3364541"/>
            <a:ext cx="16256000" cy="482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8101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29200" y="7576516"/>
            <a:ext cx="11201400" cy="16582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lang="es-ES" sz="3000" b="1" spc="-20" dirty="0">
                <a:latin typeface="Arial MT"/>
                <a:cs typeface="Arial MT"/>
              </a:rPr>
              <a:t>Desarrollado</a:t>
            </a:r>
            <a:r>
              <a:rPr sz="3000" b="1" spc="-165" dirty="0">
                <a:latin typeface="Arial MT"/>
                <a:cs typeface="Arial MT"/>
              </a:rPr>
              <a:t> </a:t>
            </a:r>
            <a:r>
              <a:rPr sz="3000" b="1" dirty="0">
                <a:latin typeface="Arial MT"/>
                <a:cs typeface="Arial MT"/>
              </a:rPr>
              <a:t>para:</a:t>
            </a:r>
            <a:r>
              <a:rPr sz="3000" b="1" spc="-100" dirty="0">
                <a:latin typeface="Arial MT"/>
                <a:cs typeface="Arial MT"/>
              </a:rPr>
              <a:t> </a:t>
            </a:r>
            <a:r>
              <a:rPr lang="es-CO" sz="2800" dirty="0"/>
              <a:t>Colegio Cooperativo La Presentación – Garzón</a:t>
            </a:r>
            <a:endParaRPr lang="en-US" sz="3000" spc="-10" dirty="0">
              <a:latin typeface="Arial MT"/>
              <a:cs typeface="Arial MT"/>
            </a:endParaRP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b="1" spc="50" dirty="0">
                <a:latin typeface="Arial MT"/>
                <a:cs typeface="Arial MT"/>
              </a:rPr>
              <a:t>Autor</a:t>
            </a:r>
            <a:r>
              <a:rPr lang="en-US" sz="3000" b="1" spc="50" dirty="0">
                <a:latin typeface="Arial MT"/>
                <a:cs typeface="Arial MT"/>
              </a:rPr>
              <a:t>es</a:t>
            </a:r>
            <a:r>
              <a:rPr sz="3000" b="1" spc="50" dirty="0">
                <a:latin typeface="Arial MT"/>
                <a:cs typeface="Arial MT"/>
              </a:rPr>
              <a:t>:</a:t>
            </a:r>
            <a:r>
              <a:rPr lang="en-US" sz="3000" b="1" spc="50" dirty="0">
                <a:latin typeface="Arial MT"/>
                <a:cs typeface="Arial MT"/>
              </a:rPr>
              <a:t> </a:t>
            </a:r>
            <a:r>
              <a:rPr lang="en-US" sz="3000" spc="50" dirty="0">
                <a:latin typeface="Arial MT"/>
                <a:cs typeface="Arial MT"/>
              </a:rPr>
              <a:t>Pablo Salazar, Erick Plazas</a:t>
            </a:r>
            <a:endParaRPr lang="es-CO" sz="3200" dirty="0"/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b="1" spc="-35" dirty="0">
                <a:latin typeface="Arial MT"/>
                <a:cs typeface="Arial MT"/>
              </a:rPr>
              <a:t>Program</a:t>
            </a:r>
            <a:r>
              <a:rPr lang="es-ES" sz="3000" b="1" spc="-35" dirty="0">
                <a:latin typeface="Arial MT"/>
                <a:cs typeface="Arial MT"/>
              </a:rPr>
              <a:t>a</a:t>
            </a:r>
            <a:r>
              <a:rPr sz="3000" b="1" spc="-35" dirty="0">
                <a:latin typeface="Arial MT"/>
                <a:cs typeface="Arial MT"/>
              </a:rPr>
              <a:t>:</a:t>
            </a:r>
            <a:r>
              <a:rPr sz="3000" b="1" spc="-160" dirty="0">
                <a:latin typeface="Arial MT"/>
                <a:cs typeface="Arial MT"/>
              </a:rPr>
              <a:t> </a:t>
            </a:r>
            <a:r>
              <a:rPr lang="en-US" sz="3000" spc="-45" dirty="0">
                <a:latin typeface="Arial MT"/>
                <a:cs typeface="Arial MT"/>
              </a:rPr>
              <a:t>I</a:t>
            </a:r>
            <a:r>
              <a:rPr sz="3000" spc="-45" dirty="0">
                <a:latin typeface="Arial MT"/>
                <a:cs typeface="Arial MT"/>
              </a:rPr>
              <a:t>ngeniería</a:t>
            </a:r>
            <a:r>
              <a:rPr sz="3000" spc="-15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de</a:t>
            </a:r>
            <a:r>
              <a:rPr sz="3000" spc="-15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Software</a:t>
            </a:r>
            <a:endParaRPr sz="3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10600" y="333466"/>
            <a:ext cx="9054465" cy="3454792"/>
          </a:xfrm>
          <a:prstGeom prst="rect">
            <a:avLst/>
          </a:prstGeom>
        </p:spPr>
        <p:txBody>
          <a:bodyPr vert="horz" wrap="square" lIns="0" tIns="647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00"/>
              </a:spcBef>
            </a:pPr>
            <a:r>
              <a:rPr lang="en-US" sz="7800" spc="-459" dirty="0">
                <a:solidFill>
                  <a:schemeClr val="bg1"/>
                </a:solidFill>
              </a:rPr>
              <a:t>AprendeSoft</a:t>
            </a:r>
            <a:endParaRPr sz="7800" dirty="0">
              <a:solidFill>
                <a:schemeClr val="bg1"/>
              </a:solidFill>
            </a:endParaRPr>
          </a:p>
          <a:p>
            <a:pPr marL="744855" marR="5080" algn="ctr">
              <a:lnSpc>
                <a:spcPct val="113199"/>
              </a:lnSpc>
              <a:spcBef>
                <a:spcPts val="1270"/>
              </a:spcBef>
            </a:pPr>
            <a:r>
              <a:rPr lang="es-CO" sz="2800" dirty="0">
                <a:solidFill>
                  <a:schemeClr val="bg1"/>
                </a:solidFill>
              </a:rPr>
              <a:t>Plataforma escolar para mejorar la comunicación entre colegio, padres y estudiantes de primaria.</a:t>
            </a:r>
            <a:endParaRPr sz="25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1160" y="1484682"/>
            <a:ext cx="320611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225" dirty="0"/>
              <a:t>Problema</a:t>
            </a:r>
            <a:endParaRPr spc="-225" dirty="0"/>
          </a:p>
        </p:txBody>
      </p:sp>
      <p:sp>
        <p:nvSpPr>
          <p:cNvPr id="7" name="object 7"/>
          <p:cNvSpPr txBox="1"/>
          <p:nvPr/>
        </p:nvSpPr>
        <p:spPr>
          <a:xfrm>
            <a:off x="1552574" y="2917182"/>
            <a:ext cx="15468809" cy="3832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265" marR="271145" indent="-571500" algn="l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3600" dirty="0"/>
              <a:t>Falta de comunicación efectiva entre el colegio y los padres</a:t>
            </a:r>
          </a:p>
          <a:p>
            <a:pPr marL="850265" marR="271145" indent="-571500" algn="l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3600" dirty="0"/>
              <a:t>Procesos manuales y dispersos para manejar información.</a:t>
            </a:r>
          </a:p>
          <a:p>
            <a:pPr marL="850265" marR="271145" indent="-571500" algn="l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3600" dirty="0"/>
              <a:t>Dificultad para hacer seguimiento de la asistencia e información relevante de sus hijos.</a:t>
            </a:r>
          </a:p>
          <a:p>
            <a:pPr marL="850265" marR="271145" indent="-571500" algn="l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3600" dirty="0"/>
              <a:t>Ausencia de una plataforma para el colegio</a:t>
            </a:r>
          </a:p>
          <a:p>
            <a:pPr marL="850265" marR="271145" indent="-571500" algn="l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3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6999" y="1685080"/>
            <a:ext cx="407416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420" dirty="0"/>
              <a:t>Justificaciòn</a:t>
            </a:r>
            <a:endParaRPr spc="-4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16000" y="2933700"/>
            <a:ext cx="16256000" cy="612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r>
              <a:rPr lang="es-CO" dirty="0"/>
              <a:t>AprendeSoft se justifica por la necesidad de fortalecer la comunicación entre docentes y padres, especialmente en un contexto donde muchos padres no pueden asistir presencialmente al colegio debido a sus responsabilidades laborales.</a:t>
            </a:r>
          </a:p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endParaRPr lang="es-CO" spc="60" dirty="0"/>
          </a:p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r>
              <a:rPr lang="es-CO" spc="60" dirty="0"/>
              <a:t>Centralizar la información en una plataforma digital tiene multiples ventajas</a:t>
            </a:r>
          </a:p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endParaRPr lang="es-CO" spc="60" dirty="0"/>
          </a:p>
          <a:p>
            <a:pPr marL="469900" marR="5080" indent="-457200" algn="just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dirty="0"/>
              <a:t>Mejorar la trazabilidad de la asistencia, tareas y reportes.</a:t>
            </a:r>
          </a:p>
          <a:p>
            <a:pPr marL="469900" marR="5080" indent="-457200" algn="just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dirty="0"/>
              <a:t>Reducir la pérdida de información y los errores de registros manuales.</a:t>
            </a:r>
          </a:p>
          <a:p>
            <a:pPr marL="469900" marR="5080" indent="-457200" algn="just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dirty="0"/>
              <a:t>Facilitar la gestión docente</a:t>
            </a:r>
          </a:p>
          <a:p>
            <a:pPr marL="469900" marR="5080" indent="-457200" algn="just">
              <a:lnSpc>
                <a:spcPct val="1157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dirty="0"/>
              <a:t>Brindar a los padres un acceso rápido y organizado.</a:t>
            </a:r>
            <a:endParaRPr spc="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27315" y="2247900"/>
            <a:ext cx="28333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200" dirty="0"/>
              <a:t>Objetivo</a:t>
            </a:r>
            <a:endParaRPr spc="-2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16000" y="3364541"/>
            <a:ext cx="16256000" cy="3033523"/>
          </a:xfrm>
          <a:prstGeom prst="rect">
            <a:avLst/>
          </a:prstGeom>
        </p:spPr>
        <p:txBody>
          <a:bodyPr vert="horz" wrap="square" lIns="0" tIns="650875" rIns="0" bIns="0" rtlCol="0">
            <a:spAutoFit/>
          </a:bodyPr>
          <a:lstStyle/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r>
              <a:rPr lang="es-CO" dirty="0"/>
              <a:t>Desarrollar una plataforma escolar de gestión académica que centralice la información de cursos, materias, tareas, asistencia y reportes, facilitando la comunicación entre docentes, estudiantes y padres, y mejorando el seguimiento académico de los estudiantes de primaria.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9854" y="1845398"/>
            <a:ext cx="13948290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pc="-245" dirty="0"/>
              <a:t>Herramientas </a:t>
            </a:r>
            <a:r>
              <a:rPr lang="es-ES" spc="-250" dirty="0"/>
              <a:t>Utilizadas </a:t>
            </a:r>
            <a:r>
              <a:rPr spc="-215" dirty="0"/>
              <a:t>para</a:t>
            </a:r>
            <a:r>
              <a:rPr spc="-360" dirty="0"/>
              <a:t> </a:t>
            </a:r>
            <a:r>
              <a:rPr lang="es-ES" spc="-290" dirty="0"/>
              <a:t>el</a:t>
            </a:r>
            <a:r>
              <a:rPr spc="-355" dirty="0"/>
              <a:t> </a:t>
            </a:r>
            <a:r>
              <a:rPr lang="es-ES" spc="-165" dirty="0"/>
              <a:t>Desarrollo</a:t>
            </a:r>
            <a:endParaRPr spc="-165" dirty="0"/>
          </a:p>
        </p:txBody>
      </p:sp>
      <p:sp>
        <p:nvSpPr>
          <p:cNvPr id="8" name="object 8"/>
          <p:cNvSpPr txBox="1"/>
          <p:nvPr/>
        </p:nvSpPr>
        <p:spPr>
          <a:xfrm>
            <a:off x="2514600" y="3428125"/>
            <a:ext cx="7441565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r>
              <a:rPr lang="es-CO" sz="36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970" y="4931504"/>
            <a:ext cx="2009774" cy="10001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6912" y="4275400"/>
            <a:ext cx="547675" cy="48577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9483CFA-2A07-DFC1-DF65-00780B97D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111" y="6082583"/>
            <a:ext cx="1421492" cy="100012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DA6A172-0960-03B4-5D26-CDFEFFEDF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87" y="7233662"/>
            <a:ext cx="2667000" cy="762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AEAC3C5-CF26-93C4-A6AD-B4FFD6441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241" y="8354689"/>
            <a:ext cx="2047560" cy="106814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FCE969-D20C-0795-D148-8940D55228A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826" t="27068" r="20646" b="25576"/>
          <a:stretch>
            <a:fillRect/>
          </a:stretch>
        </p:blipFill>
        <p:spPr>
          <a:xfrm>
            <a:off x="3748087" y="4208486"/>
            <a:ext cx="1714186" cy="67057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1F494E9-6BE9-BA57-29E8-7D3FFEA64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8270" y="5143500"/>
            <a:ext cx="1313819" cy="131381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AD0377E-DBB3-47B6-EB47-3B6336EE303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255" r="21348" b="21184"/>
          <a:stretch>
            <a:fillRect/>
          </a:stretch>
        </p:blipFill>
        <p:spPr>
          <a:xfrm>
            <a:off x="3712261" y="6854593"/>
            <a:ext cx="1750012" cy="116011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88010EE-FD68-DE1C-0CB3-05961213BF5B}"/>
              </a:ext>
            </a:extLst>
          </p:cNvPr>
          <p:cNvSpPr txBox="1"/>
          <p:nvPr/>
        </p:nvSpPr>
        <p:spPr>
          <a:xfrm>
            <a:off x="12725400" y="3416200"/>
            <a:ext cx="11353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DB0F883-AA09-88A4-0157-194DDF4E94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24213" y="4256653"/>
            <a:ext cx="1803400" cy="11176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4498D6D-39D7-56BA-5D51-EB81FDF889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8780" y="4387861"/>
            <a:ext cx="1093615" cy="9824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E2DECC3-A260-C852-E705-32D2A6251C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53962" y="5785115"/>
            <a:ext cx="2260172" cy="7528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DCB16EE-6D07-517D-3904-3ADEA04C2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25400" y="6944890"/>
            <a:ext cx="2590800" cy="1784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4600" y="4675423"/>
            <a:ext cx="739052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b="1" spc="-340" dirty="0"/>
              <a:t>CONCLUSIONES</a:t>
            </a:r>
            <a:endParaRPr sz="6000" b="1" spc="-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1146</TotalTime>
  <Words>215</Words>
  <Application>Microsoft Office PowerPoint</Application>
  <PresentationFormat>Personalizado</PresentationFormat>
  <Paragraphs>26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Arial MT</vt:lpstr>
      <vt:lpstr>Calibri</vt:lpstr>
      <vt:lpstr>Trebuchet MS</vt:lpstr>
      <vt:lpstr>Office Theme</vt:lpstr>
      <vt:lpstr>AprendeSoft Plataforma escolar para mejorar la comunicación entre colegio, padres y estudiantes de primaria.</vt:lpstr>
      <vt:lpstr>Problema</vt:lpstr>
      <vt:lpstr>Justificaciòn</vt:lpstr>
      <vt:lpstr>Objetivo</vt:lpstr>
      <vt:lpstr>Herramientas Utilizadas para el Desarrollo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WorkSafe Reports</dc:title>
  <dc:creator>JULIAN EDUARDO HOYOS RODRIGUEZ</dc:creator>
  <cp:keywords>DAG5JEQAzx0,BAEb2wzo5yA,0</cp:keywords>
  <cp:lastModifiedBy>Camilo Andres Oliva Mallama</cp:lastModifiedBy>
  <cp:revision>6</cp:revision>
  <dcterms:created xsi:type="dcterms:W3CDTF">2025-11-20T04:05:24Z</dcterms:created>
  <dcterms:modified xsi:type="dcterms:W3CDTF">2025-11-21T01:04:15Z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2025-11-20T00:00:00Z</vt:filetime>
  </property>
  <property fmtid="{D5CDD505-2E9C-101B-9397-08002B2CF9AE}" pid="5" name="Producer">
    <vt:lpwstr>macOS Versión 15.5 (Fase 24F74) Quartz PDFContext, AppendMode 1.1</vt:lpwstr>
  </property>
</Properties>
</file>